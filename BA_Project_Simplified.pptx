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BA Rate Page Automation</a:t>
            </a:r>
          </a:p>
          <a:p>
            <a:pPr algn="ctr">
              <a:defRPr sz="3000">
                <a:solidFill>
                  <a:srgbClr val="C8A951"/>
                </a:solidFill>
              </a:defRPr>
            </a:pPr>
            <a:r>
              <a:t>A Simple Guide for Actuarial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Rate Books vs. Rate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Rate Books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Raw Excel files from the pricing team. They contain the base </a:t>
            </a:r>
            <a:r>
              <a:rPr lang="en-IN" dirty="0"/>
              <a:t>rate </a:t>
            </a:r>
            <a:r>
              <a:rPr dirty="0"/>
              <a:t>data</a:t>
            </a:r>
            <a:r>
              <a:rPr lang="en-IN" dirty="0"/>
              <a:t>, and factors/multipliers</a:t>
            </a:r>
            <a:r>
              <a:rPr dirty="0"/>
              <a:t> but are </a:t>
            </a:r>
            <a:r>
              <a:rPr lang="en-IN" dirty="0"/>
              <a:t>more </a:t>
            </a:r>
            <a:r>
              <a:rPr dirty="0"/>
              <a:t>technical and messy.</a:t>
            </a:r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Rate Pages (The Fi</a:t>
            </a:r>
            <a:r>
              <a:rPr lang="en-IN" dirty="0" err="1"/>
              <a:t>nal</a:t>
            </a:r>
            <a:r>
              <a:rPr lang="en-IN" dirty="0"/>
              <a:t> Product</a:t>
            </a:r>
            <a:r>
              <a:rPr dirty="0"/>
              <a:t>)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The polished, formatted documents sent to state regulators. These must be legally perfect and easy to read</a:t>
            </a:r>
            <a:r>
              <a:rPr lang="en-IN" dirty="0"/>
              <a:t> and understand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5290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Who Does What?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5003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app.py (</a:t>
            </a:r>
            <a:r>
              <a:rPr lang="en-IN" dirty="0"/>
              <a:t>UI</a:t>
            </a:r>
            <a:r>
              <a:rPr dirty="0"/>
              <a:t>)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The user interface where you upload files and click 'Start'.</a:t>
            </a:r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BARatePages.py (</a:t>
            </a:r>
            <a:r>
              <a:rPr lang="en-IN" dirty="0"/>
              <a:t>Main File</a:t>
            </a:r>
            <a:r>
              <a:rPr dirty="0"/>
              <a:t>)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The manager that organizes everything and makes sure the data flows correctly.</a:t>
            </a:r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BARates.py (Brain)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Contains all the insurance rules and formulas (Rule 208, 222, etc.).</a:t>
            </a:r>
            <a:endParaRPr lang="en-IN" dirty="0"/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endParaRPr lang="en-IN" dirty="0"/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endParaRPr lang="en-IN" dirty="0"/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endParaRPr dirty="0"/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ExcelSettingsBA.py (Presentation Expert)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Handles the fonts, colors, and layout of the final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Nesting: Filling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The Challenge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What if a state-specific </a:t>
            </a:r>
            <a:r>
              <a:rPr lang="en-IN" dirty="0" err="1"/>
              <a:t>ratebook</a:t>
            </a:r>
            <a:r>
              <a:rPr lang="en-IN" dirty="0"/>
              <a:t> file </a:t>
            </a:r>
            <a:r>
              <a:rPr dirty="0"/>
              <a:t>is missing?</a:t>
            </a:r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rPr dirty="0"/>
              <a:t>The Solution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rPr dirty="0"/>
              <a:t>The system looks in a 'hierarchy'. It checks the </a:t>
            </a:r>
            <a:r>
              <a:rPr lang="en-IN" dirty="0"/>
              <a:t>lower level company/migration company </a:t>
            </a:r>
            <a:r>
              <a:rPr lang="en-IN" dirty="0" err="1"/>
              <a:t>ratebooks</a:t>
            </a:r>
            <a:r>
              <a:rPr lang="en-IN" dirty="0"/>
              <a:t> </a:t>
            </a:r>
            <a:r>
              <a:rPr dirty="0"/>
              <a:t>first, then the </a:t>
            </a:r>
            <a:r>
              <a:rPr lang="en-IN" dirty="0"/>
              <a:t>state</a:t>
            </a:r>
            <a:r>
              <a:rPr dirty="0"/>
              <a:t> </a:t>
            </a:r>
            <a:r>
              <a:rPr lang="en-IN" dirty="0" err="1"/>
              <a:t>ratebooks</a:t>
            </a:r>
            <a:r>
              <a:rPr lang="en-IN" dirty="0"/>
              <a:t> (NGIC or NWAG)</a:t>
            </a:r>
            <a:r>
              <a:rPr dirty="0"/>
              <a:t>, then the </a:t>
            </a:r>
            <a:r>
              <a:rPr lang="en-IN" dirty="0"/>
              <a:t>countrywide </a:t>
            </a:r>
            <a:r>
              <a:rPr lang="en-IN" dirty="0" err="1"/>
              <a:t>ratebooks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Clustering: Staying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t>The Challenge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t>Printing identical pages for different companies is a waste of space.</a:t>
            </a:r>
          </a:p>
          <a:p>
            <a:pPr>
              <a:spcBef>
                <a:spcPts val="1500"/>
              </a:spcBef>
              <a:defRPr sz="2400" b="1">
                <a:solidFill>
                  <a:srgbClr val="0D3F7A"/>
                </a:solidFill>
              </a:defRPr>
            </a:pPr>
            <a:r>
              <a:t>The Solution</a:t>
            </a:r>
          </a:p>
          <a:p>
            <a:pPr>
              <a:spcBef>
                <a:spcPts val="500"/>
              </a:spcBef>
              <a:defRPr sz="1800">
                <a:solidFill>
                  <a:srgbClr val="0C1A35"/>
                </a:solidFill>
              </a:defRPr>
            </a:pPr>
            <a:r>
              <a:t>If multiple companies have the same rates, the system groups them together. It prints one page and lists all the companies at the bottom, making the final report much cleaner.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262</Words>
  <Application>Microsoft Office PowerPoint</Application>
  <PresentationFormat>Custom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Bist</cp:lastModifiedBy>
  <cp:revision>3</cp:revision>
  <dcterms:created xsi:type="dcterms:W3CDTF">2013-01-27T09:14:16Z</dcterms:created>
  <dcterms:modified xsi:type="dcterms:W3CDTF">2026-04-24T12:48:15Z</dcterms:modified>
  <cp:category/>
</cp:coreProperties>
</file>