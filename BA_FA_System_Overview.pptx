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0" r:id="rId2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54864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 / FA Rate Pages
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  <a:latin typeface="Calibri"/>
              </a:rPr>
              <a:t>Knowledge Transfer — Files, Components &amp; FA 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Nationwide · Commercial Lines Actuarial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86000"/>
            <a:ext cx="6766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Topics covered:
  • What this tool does
  • The files and what each one does
  • Key components inside each file
  • How nesting and company grouping work
  • How Farm Auto inherits from Business Auto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Does This Tool Do?  —  The 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91840" cy="3474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STEP 1
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Upload ratebook Excel files
(one per company)
+
BA Input File.xlsx
(LCM tables, state rules)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3291840" cy="3474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STEP 2
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Tool reads all rates
into memory
↓
Applies nesting &amp; LCM
↓
Groups companies
↓
Runs 79 rate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371600"/>
            <a:ext cx="3291840" cy="34747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508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STEP 3
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574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Produces a formatted
Rate Pages workbook
(.xlsx)
↓
Exports to PDF
for DOI 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43200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43200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66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Input: Ratebook .xlsx files per company   ·   Process: Python engine in BA/BARates.py   ·   Output: Rate Pages .xlsx + 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Files — One Line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24712"/>
            <a:ext cx="73152" cy="38404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config/constants.py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078992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The single source of truth — all file paths, company names, fonts, margins live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73152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54480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The web app (Streamlit) — what users see: upload, run, download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75688"/>
            <a:ext cx="73152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299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BA/BARates.py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029968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The core BA engine — nesting, company grouping, 79 rules, all build &amp; format methods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51176"/>
            <a:ext cx="73152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0545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BA/ExcelSettingsBA.py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505456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Excel factory — creates worksheets, writes data, applies standard formatting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26664"/>
            <a:ext cx="73152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8094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BA/BApagebreaks.py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80944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Applies page breaks &amp; print settings; exports the final PDF via Excel 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73152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5643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FA/FARates.py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456432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Farm Auto engine — inherits everything from BA; only adds FA-specific overrides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77640"/>
            <a:ext cx="73152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FA/ExcelSettingsFA.py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931920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FA Excel factory — inherits all BA formatting; add FA-only format methods 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453128"/>
            <a:ext cx="73152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074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FA/FApagebreaks.py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407408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FA page breaks — starts as a copy of all BA rules; add FA-only handlers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28616"/>
            <a:ext cx="73152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8289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BA Input File.xlsx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82896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Required input: LCM mappings, state exceptions, base rate sheet names (manually maintained)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BA/BARatePages.py  —  The Orchestrator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303520" cy="539496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964"/>
                </a:solidFill>
                <a:latin typeface="Calibri"/>
              </a:rPr>
              <a:t>What it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292608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8191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Opens every ratebook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Calls load_ratebook() for each company
(NGIC, MM, NACO, NAFF, NICOF, HICNJ, CCMIC, NWAG, CW)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13432"/>
            <a:ext cx="292608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9514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Reads state &amp;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420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Reads the 'Rate Book Details' sheet to get the
state name, abbreviation, and effective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26664"/>
            <a:ext cx="292608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0837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2666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Loads all rate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552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Loops through every sheet in every ratebook,
extracts rate data starting at row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39896"/>
            <a:ext cx="292608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72160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39896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Calls the BA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684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Creates BA.Auto(...) and calls buildBAPages()
which runs all 79 _page_rule methods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53128"/>
            <a:ext cx="292608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43484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5312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Saves the Excel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Names the file: '&lt;State&gt; &lt;Date&gt; BA Rate Pages.xlsx'
and saves to the chosen folder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166360"/>
            <a:ext cx="292608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14807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4040"/>
                </a:solidFill>
                <a:latin typeface="Calibri"/>
              </a:rPr>
              <a:t>Applies page breaks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94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Calibri"/>
              </a:rPr>
              <a:t>Calls process_pagebreaks() to set print areas,
fit-to-page, and manual breaks on every sheet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097280"/>
            <a:ext cx="5943600" cy="2560320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964"/>
                </a:solidFill>
                <a:latin typeface="Calibri"/>
              </a:rPr>
              <a:t>Key functions inside BARatePages.py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160020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964"/>
                </a:solidFill>
                <a:latin typeface="Calibri"/>
              </a:rPr>
              <a:t>load_ratebook(path)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180136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Opens one Excel file safely; returns 'Not found' if missing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00253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964"/>
                </a:solidFill>
                <a:latin typeface="Calibri"/>
              </a:rPr>
              <a:t>get_rate_book_info(...)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203704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Reads state name + effective date from 'Rate Book Details'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40487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964"/>
                </a:solidFill>
                <a:latin typeface="Calibri"/>
              </a:rPr>
              <a:t>process_ratebook(company, file)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606040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Extracts all rate tables from one company's ratebook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280720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964"/>
                </a:solidFill>
                <a:latin typeface="Calibri"/>
              </a:rPr>
              <a:t>load_all_ratebooks(rate_books)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008376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Loops over all companies and builds the full rate_tables 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20954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964"/>
                </a:solidFill>
                <a:latin typeface="Calibri"/>
              </a:rPr>
              <a:t>run(...)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341071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Main entry point — called by app.py when user clicks Generate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61188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964"/>
                </a:solidFill>
                <a:latin typeface="Calibri"/>
              </a:rPr>
              <a:t>generate_pdf_only(xlsx, pdf)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381304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Converts an existing .xlsx to PDF (called from app.py separately)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3840480"/>
            <a:ext cx="5943600" cy="2651760"/>
          </a:xfrm>
          <a:prstGeom prst="rect">
            <a:avLst/>
          </a:prstGeom>
          <a:solidFill>
            <a:srgbClr val="E8F0FE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886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964"/>
                </a:solidFill>
                <a:latin typeface="Calibri"/>
              </a:rPr>
              <a:t>Where it fits in the flow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297680"/>
            <a:ext cx="256032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4334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Calibri"/>
              </a:rPr>
              <a:t>app.py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3434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4040"/>
                </a:solidFill>
                <a:latin typeface="Calibri"/>
              </a:rPr>
              <a:t>User clicks Generate → calls BARatePages.run()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45902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3964"/>
                </a:solidFill>
                <a:latin typeface="Calibri"/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4809744"/>
            <a:ext cx="2560320" cy="292608"/>
          </a:xfrm>
          <a:prstGeom prst="rect">
            <a:avLst/>
          </a:prstGeom>
          <a:solidFill>
            <a:srgbClr val="1F3964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48463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BARatePages.run()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8554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4040"/>
                </a:solidFill>
                <a:latin typeface="Calibri"/>
              </a:rPr>
              <a:t>THE ORCHESTRATOR — this file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51023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3964"/>
                </a:solidFill>
                <a:latin typeface="Calibri"/>
              </a:rPr>
              <a:t>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5321808"/>
            <a:ext cx="256032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53583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Calibri"/>
              </a:rPr>
              <a:t>BA.Auto.buildBAPages()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3675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4040"/>
                </a:solidFill>
                <a:latin typeface="Calibri"/>
              </a:rPr>
              <a:t>Engine — writes all 79 rule tabs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56144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3964"/>
                </a:solidFill>
                <a:latin typeface="Calibri"/>
              </a:rPr>
              <a:t>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5833872"/>
            <a:ext cx="256032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58704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Calibri"/>
              </a:rPr>
              <a:t>process_pagebreaks()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58795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04040"/>
                </a:solidFill>
                <a:latin typeface="Calibri"/>
              </a:rPr>
              <a:t>Post-processing — page breaks +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config/constants.py  —  The Single Source of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Rule:  Change a value HERE once — every file that uses it picks up the change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57784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it stores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File paths (BA_INPUT_FILE, CW_RATEBOOK_DEFAULT)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Company codes → full legal names (COMPANY_NAMES dict)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Company codes → short numbers (COMPANY_NUMBERS dict)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State abbreviations map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Excel formatting: font name, font size, margins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Number formats (#,##0.000 for rates, $#,##0 for currency)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Print title rows, header left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57784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5564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NOT to put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76272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Business logic or rate calculation code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Rule-specific data — that stays in BARates.py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When to open this file: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→ Changing a company name or code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→ Changing a file path</a:t>
            </a:r>
          </a:p>
          <a:p>
            <a:pPr algn="l">
              <a:spcBef>
                <a:spcPts val="8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→ Changing font, margin, or number format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app.py  —  The Web Application (Streamlit)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What users interact with — runs in the browser at  http://localhost:8501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286000" cy="5029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File Uploads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73352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One ratebook file per company (NGIC, NACO, NAFF, etc.) + the BA Input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1709928"/>
            <a:ext cx="54864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2286000" cy="5029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408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State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40864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Pick the state — this drives which rules produce different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2377440"/>
            <a:ext cx="54864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35224"/>
            <a:ext cx="2286000" cy="5029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083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Schedule Rating Modifier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008376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An adjustment factor applied to the rates (default: no change)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4912" y="3044952"/>
            <a:ext cx="54864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02736"/>
            <a:ext cx="2286000" cy="5029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758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675888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Individual state run  OR  Multi-state batch (process many states at once)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4912" y="3712464"/>
            <a:ext cx="54864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70248"/>
            <a:ext cx="2286000" cy="5029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Generate 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34340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Triggers the BA engine (buildBAPages) or FA engine (buildFAPages)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4379976"/>
            <a:ext cx="54864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937760"/>
            <a:ext cx="2286000" cy="5029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109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010912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Downloads the .xlsx Rate Pages file directly from the browser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24912" y="5047488"/>
            <a:ext cx="54864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605272"/>
            <a:ext cx="2286000" cy="5029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784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PDF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678424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Generates the PDF via Excel COM — requires Microsoft Excel installed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24912" y="5715000"/>
            <a:ext cx="54864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BA/BARates.py  —  The Core Engine  (~11,600 lines)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Contains the  Auto  class. Every rate calculation, every Excel tab, every company comparison — it all lives 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63624"/>
            <a:ext cx="9144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6362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__init__()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6362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Sets up the class — saves state, dates, company tables. Reads No MedPay and PIP states from BA Input File. Calls createMM().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6352" y="1636776"/>
            <a:ext cx="54864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30552"/>
            <a:ext cx="9144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createMM()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3055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Splits the MM ratebook into 4 individual company books (AICOA, NMIC, NICOA, NPCIC) using deviation factors.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6352" y="2203704"/>
            <a:ext cx="54864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697480"/>
            <a:ext cx="9144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process_ratebook()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974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Nesting for ONE company: copies missing sheets from NGIC (Level 2) then CW (Level 3). Then applies LCM × Company Deviation.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6352" y="2770632"/>
            <a:ext cx="54864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264408"/>
            <a:ext cx="9144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644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nesting()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2644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Calls process_ratebook() for every available company in the right order. Suppresses NGIC when NMIC or CCMIC is present.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6352" y="3337560"/>
            <a:ext cx="54864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31336"/>
            <a:ext cx="914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3133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compareCompanies()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83133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Compares rate tables across companies. Groups companies with IDENTICAL rates so they share one Excel tab.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904488"/>
            <a:ext cx="5486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398264"/>
            <a:ext cx="914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9826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buildXxx()  × 60+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39826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Data builder methods — one per rule. Reads from rateTables, returns a pandas DataFrame. e.g. buildExpenseConstant(), build222B()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16352" y="4471416"/>
            <a:ext cx="5486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965192"/>
            <a:ext cx="91440" cy="4572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6519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_page_rule_XXX()  × 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96519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NEW APPROACH — one method per rule. Calls compareCompanies → loop → buildXxx → generateWorksheet → overideFooter → formatXxx.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16352" y="5038344"/>
            <a:ext cx="54864" cy="310896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532120"/>
            <a:ext cx="91440" cy="4572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5321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ourier New"/>
              </a:rPr>
              <a:t>buildBAPages()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5321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The orchestrator — creates the Excel factory, runs nesting, then calls all 79 _page_rule methods in order.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16352" y="5605272"/>
            <a:ext cx="54864" cy="310896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Nesting Works  —  Filling in the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Not every company has rates for every coverage. Nesting fills missing tables by copying from a parent 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347472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6420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Level 1  ·  The Company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3474720" cy="246888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762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NACO, NAFF, CCMIC, HICNJ, NICOF,
NMIC, AICOA, NICOA, NPCIC, NWAG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Check here FIRST. If the table exists, use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7472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6420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Level 2  ·  The State Parent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474720" cy="246888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762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NGIC  (or NWAG for agri states)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If Level 1 is missing the table, copy it from NGIC.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645920"/>
            <a:ext cx="3474720" cy="43891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66420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Level 3  ·  The Master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103120"/>
            <a:ext cx="3474720" cy="246888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1762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CW  (Countrywide)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788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If both Level 1 and Level 2 are missing, copy from CW.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After nesting, every company has a complete set of tables. Then LCM × Company Deviation factors are applied to every applicable sheet.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2852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55A11"/>
                </a:solidFill>
                <a:latin typeface="Calibri"/>
              </a:rPr>
              <a:t>Important: CW and MM never appear in the output — they are support books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compareCompanies()  —  Grouping Companies onto Tabs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Before writing each rule tab, the system compares rate tables across all companies. Identical companies share one tab.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120640" cy="4114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Example — Rule 208 (Expense Constant)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201168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NGIC  →  $500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860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5623"/>
                </a:solidFill>
                <a:latin typeface="Calibri"/>
              </a:rPr>
              <a:t>same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9776"/>
            <a:ext cx="201168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529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NACO  →  $500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529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5623"/>
                </a:solidFill>
                <a:latin typeface="Calibri"/>
              </a:rPr>
              <a:t>same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46704"/>
            <a:ext cx="201168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98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NAFF  →  $500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19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5623"/>
                </a:solidFill>
                <a:latin typeface="Calibri"/>
              </a:rPr>
              <a:t>same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13632"/>
            <a:ext cx="2011680" cy="43891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867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NICOF →  $450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867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55A11"/>
                </a:solidFill>
                <a:latin typeface="Calibri"/>
              </a:rPr>
              <a:t>DIFFERENT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537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CCMIC →  $500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55371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5623"/>
                </a:solidFill>
                <a:latin typeface="Calibri"/>
              </a:rPr>
              <a:t>same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Result: 2 groups → 2 tabs created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8288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Output tabs produced: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377440"/>
            <a:ext cx="6126480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423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Tab: 'Rule 208'  →  NGIC, NACO, NAFF, CCMIC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127248"/>
            <a:ext cx="6126480" cy="640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317296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Tab: 'Rule 208 NICOF'  →  NICOF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977639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If all companies are identical →
  CompanyListDif has 1 entry
  → 1 tab, no company suffix
If companies differ →
  CompanyListDif has multiple entries
  → multiple tabs, each with company suffix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_page_rule_XXX Pattern  —  The New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Every rule is now an isolated method. Each method does exactly 5 things — always in the same order.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36192"/>
            <a:ext cx="384048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66420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36192"/>
            <a:ext cx="4206240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compareCompanies(table_code)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6766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Compares rates across companies. Sets self.CompanyListDif — the list of company groups.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50592"/>
            <a:ext cx="384048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57860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50592"/>
            <a:ext cx="4206240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560320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for CompanyTest in self.CompanyListDif: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560320"/>
            <a:ext cx="6766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Loops once per group. If all companies are identical, this loop runs once.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64992"/>
            <a:ext cx="384048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49300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364992"/>
            <a:ext cx="4206240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474720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RatePages.generateWorksheet(ws_name, title, subtitle, df, 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474720"/>
            <a:ext cx="6766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Calls ExcelSettingsBA to create the worksheet tab with headers, data, and borders.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79392"/>
            <a:ext cx="384048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440740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279392"/>
            <a:ext cx="4206240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389120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self.overideFooter(ws, CompanyTest)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389120"/>
            <a:ext cx="6766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Stamps the correct company name(s) in the printed page footer.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93792"/>
            <a:ext cx="384048" cy="71323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532180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93792"/>
            <a:ext cx="4206240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303520"/>
            <a:ext cx="39867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self.formatXxx(ws)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303520"/>
            <a:ext cx="6766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Applies custom column widths, merged cells, bold rows — rule-specific styling.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BA/ExcelSettingsBA.py  —  The Excel Factory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BARates.py tells it WHAT to write.  ExcelSettingsBA decides HOW to write it — fonts, borders, headers, footers.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795760" cy="57607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81912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generateWorksheet()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581912"/>
            <a:ext cx="8778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MAIN method. Takes one DataFrame → creates a new worksheet tab with full title header, date, borders, and standard footer.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1636776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21408"/>
            <a:ext cx="117957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generateWorksheetTablesX()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194560"/>
            <a:ext cx="8778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MULTI-TABLE version. Takes a list of DataFrames with separate subtitles → stacks them on one tab.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249424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34056"/>
            <a:ext cx="11795760" cy="57607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07208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_apply_page_setup()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807208"/>
            <a:ext cx="8778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Sets orientation (portrait/landscape), margins, turns off gridlines, centers horizontally.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4368" y="2862072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346704"/>
            <a:ext cx="117957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19856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_apply_standard_header()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19856"/>
            <a:ext cx="8778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Writes the 3-part printed header: 'Commercial Lines Manual...' on left, state + dates in centre, page no. on right.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44368" y="3474720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959352"/>
            <a:ext cx="11795760" cy="57607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32504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_apply_default_footer()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032504"/>
            <a:ext cx="8778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Writes company name(s) in the printed footer. Uses COMPANY_NAMES from config/constants.py.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4087368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572000"/>
            <a:ext cx="117957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645152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formatXxx()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645152"/>
            <a:ext cx="8778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One method per rule (format208, format222B, etc.). Applies custom column widths, merged cells, bold rows after data is written.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44368" y="4700016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184648"/>
            <a:ext cx="11795760" cy="57607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257800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createIndex()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257800"/>
            <a:ext cx="8778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Creates the Index tab — a table of contents listing every worksheet tab in the workbook.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44368" y="5312664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97296"/>
            <a:ext cx="117957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870448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getWB()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5870448"/>
            <a:ext cx="87782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Returns the raw openpyxl Workbook object so BARates.py can pass it to format methods.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44368" y="5925312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BA/BApagebreaks.py  —  Page Breaks, Print Settings &amp;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Runs AFTER the workbook is fully built. Opens the saved .xlsx and applies print settings to every tab.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62356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184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Sets default print settings on every sheet (fit to page, print title rows)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Applies rule-specific overrides: orientation, print area, manual page breaks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Moves the Index tab to position 0 (first sheet)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Sanitises the .xlsx XML to prevent Excel's 'Open and Repair' popup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Exports the final PDF using Microsoft Excel via Windows 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00200"/>
            <a:ext cx="562356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How SHEET_RULES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It's a list of  (sheet_name_prefix, handler_function)  pairs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For each worksheet, the system walks the list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First matching prefix → that handler runs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No match → default (fit single page) applies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Order matters: more specific prefixes must come BEFORE less specific ones</a:t>
            </a:r>
          </a:p>
          <a:p>
            <a:pPr algn="l">
              <a:spcBef>
                <a:spcPts val="80"/>
              </a:spcBef>
            </a:pPr>
            <a:r>
              <a:rPr sz="1150" b="0" i="0">
                <a:solidFill>
                  <a:srgbClr val="595959"/>
                </a:solidFill>
                <a:latin typeface="Calibri"/>
              </a:rPr>
              <a:t>• Example:  'Rule 239 C'  must come before  'Rule 239 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5961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E75B6"/>
                </a:solidFill>
                <a:latin typeface="Calibri"/>
              </a:rPr>
              <a:t>Helper functions available in handlers:  fit_single_page(ws)   fit_width_only(ws)   disable_fit_to_page(ws)   add_break_after(ws, row)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Farm Auto — How Inheritance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Farm Auto does NOT duplicate the BA code. It inherits everything and only adds what's different.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029200" cy="3931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BA/BARates.py  —  Auto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  nesting()  /  compareCompanies()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  79 ×  _page_rule_XXX()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735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  60+ ×  buildXxx()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221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  75+ ×  formatXxx()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08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  buildBAPages()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108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5623"/>
                </a:solidFill>
                <a:latin typeface="Calibri"/>
              </a:rPr>
              <a:t>inherits
  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600200"/>
            <a:ext cx="5394960" cy="39319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FA/FARates.py  —  Auto class  (inherits BA)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76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  <a:latin typeface="Calibri"/>
              </a:rPr>
              <a:t>  ← ALL 79 _page_rule methods  (free via inheritance)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066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  <a:latin typeface="Calibri"/>
              </a:rPr>
              <a:t>  ← ALL buildXxx methods         (free via inheritance)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369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DD7EE"/>
                </a:solidFill>
                <a:latin typeface="Calibri"/>
              </a:rPr>
              <a:t>  ← nesting, compareCompanies    (free via inheritance)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67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00"/>
                </a:solidFill>
                <a:latin typeface="Calibri"/>
              </a:rPr>
              <a:t>  + FA-only build methods         (Section 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00"/>
                </a:solidFill>
                <a:latin typeface="Calibri"/>
              </a:rPr>
              <a:t>  + FA-only _page_rule methods    (Section 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28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00"/>
                </a:solidFill>
                <a:latin typeface="Calibri"/>
              </a:rPr>
              <a:t>  + buildFAPages() orchestrator   (can differ from BA)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669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Same pattern for Excel factory:  ExcelSettingsFA inherits ExcelSettingsBA  ·  FApagebreaks starts as a copy of all BA SHEET_RULES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3 Situations When Working on FA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Most of the time, FA inherits BA rules with no work needed. Here are the three possible situations: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3657600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SITUATION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3657600" cy="34747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6654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Rule is identical in FA and 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14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Do nothing.
The _page_rule_XXX method is inherited automatically.
FA just calls it in buildFAPages().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541264"/>
            <a:ext cx="365760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55955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✓  Zero code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365760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SITUATION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011680"/>
            <a:ext cx="3657600" cy="34747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6654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FA uses different data for the same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Override the buildXxx() method in FA/FARates.py.
Same method name, FA-specific data logic.
buildFAPages() still calls the same _page_rule.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5541264"/>
            <a:ext cx="36576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555955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~5 lines of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600200"/>
            <a:ext cx="365760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SITUATION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2011680"/>
            <a:ext cx="3657600" cy="34747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06654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FA needs a brand-new rule that BA doesn't have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514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Section A of FARates.py: write buildFAXxx() method.
Section B: write _page_rule_fa_xxx() method.
Section C: add call in buildFAPages().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5541264"/>
            <a:ext cx="365760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555955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~20-30 lines of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Summary  —  How Everything Connects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07008"/>
            <a:ext cx="1179576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914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config/constants.py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29844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Provides paths, company names, fonts to all 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1335024"/>
            <a:ext cx="54864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65376"/>
            <a:ext cx="11795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865376"/>
            <a:ext cx="9144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5681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app.py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95681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User uploads files → triggers the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1993392"/>
            <a:ext cx="54864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1179576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523744"/>
            <a:ext cx="914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1518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BA/BARates.py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1518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Nesting → LCM → compareCompanies → 79 _page_rule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2651760"/>
            <a:ext cx="54864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182112"/>
            <a:ext cx="11795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82112"/>
            <a:ext cx="914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735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BA/ExcelSettingsBA.py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27355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generateWorksheet writes each tab → formatXxx styles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3310128"/>
            <a:ext cx="54864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1179576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9144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BA/BApagebreaks.py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93192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Applies page breaks, print settings → exports 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44368" y="3968496"/>
            <a:ext cx="54864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498848"/>
            <a:ext cx="11795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498848"/>
            <a:ext cx="91440" cy="56692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902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FA/FARates.py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459028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Inherits BA → overrides what FA needs → buildFAPages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44368" y="4626864"/>
            <a:ext cx="54864" cy="32004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157216"/>
            <a:ext cx="1179576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157216"/>
            <a:ext cx="91440" cy="56692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4865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FA/ExcelSettingsFA.py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24865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Inherits BA Excel factory → add FA format overrides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44368" y="5285232"/>
            <a:ext cx="54864" cy="32004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5815584"/>
            <a:ext cx="11795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815584"/>
            <a:ext cx="91440" cy="56692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9070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FA/FApagebreaks.py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590702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Inherits BA rules → add FA page break overrides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5943600"/>
            <a:ext cx="54864" cy="32004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Any questions?  →  See DEVELOPER_GUIDE.md or BA_Detailed_Rule_Documentation.xlsx for the full code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