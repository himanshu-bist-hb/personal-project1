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54864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to Add a
New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DD7EE"/>
                </a:solidFill>
                <a:latin typeface="Calibri"/>
              </a:rPr>
              <a:t>BA / FA Rate Pages — Step-by-Step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Nationwide · Commercial Lines Actuarial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286000"/>
            <a:ext cx="6766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What you'll learn:
  • The 5 steps to add any new rule
  • How to write the build method
  • How to write the _page_rule method
  • How to register the rule
  • Page breaks and formatting
  • How to add / remove rules in 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Before You Start  —  Answer These 4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Have these answers ready before opening any Python file.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26517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9105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91056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What is the rule number?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56816"/>
            <a:ext cx="5623560" cy="16642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29968"/>
            <a:ext cx="5440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Becomes the Excel tab name, the method name, and the page break prefix.
Example:  Rule 999  →  _page_rule_999  →  tab name 'Rule 999'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26517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9105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591056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What ratebook table does it use?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56816"/>
            <a:ext cx="5623560" cy="16642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29968"/>
            <a:ext cx="5440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This is the sheet name in the ratebook Excel file. It ends in _Ext.
Example:  'AgribusinessFactor_Ext'   Open the ratebook and check the exact name.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49040"/>
            <a:ext cx="26517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8561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85616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Are all companies' rates identical, or do they differ?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151376"/>
            <a:ext cx="5623560" cy="16642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224528"/>
            <a:ext cx="5440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If identical → 1 tab.  If different → multiple tabs (one per company group).
compareCompanies() figures this out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749040"/>
            <a:ext cx="265176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85616"/>
            <a:ext cx="365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785616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Does it need special page breaks or a different page layout?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151376"/>
            <a:ext cx="5623560" cy="166420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24528"/>
            <a:ext cx="5440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Most rules fit on one page automatically.  Only add a handler if:
→ It needs a manual mid-page break  OR  → landscape  OR  → specific print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5 Steps  — 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Steps 4 and 5 are optional — most rules don't need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36192"/>
            <a:ext cx="658368" cy="7315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536192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093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Calibri"/>
              </a:rPr>
              <a:t>Write the Build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4767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Reads from the ratebook. Returns a pandas DataFrame.
File: BA/BARates.py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0" y="1719072"/>
            <a:ext cx="1005840" cy="34747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1737360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50592"/>
            <a:ext cx="658368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450592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798064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523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Calibri"/>
              </a:rPr>
              <a:t>Write the _page_rule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6207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Creates the Excel tab — compare, loop, generate, footer, format.
File: BA/BARates.py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0" y="2633472"/>
            <a:ext cx="1005840" cy="34747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2651760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REQUIRED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64992"/>
            <a:ext cx="658368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" y="3364992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3712464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438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Calibri"/>
              </a:rPr>
              <a:t>Register in buildBAPages()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77647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Add one line. This tells the system to run the rule.
File: BA/BARates.py  (and FA/FARates.py if FA needs it)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0" y="3547872"/>
            <a:ext cx="1005840" cy="34747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3566160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REQUIRED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279392"/>
            <a:ext cx="658368" cy="7315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4279392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" y="4626864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3525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Calibri"/>
              </a:rPr>
              <a:t>Add Page Break Handler  (optional)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69087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Only needed if the rule has special breaks or orientation.
File: BA/BApagebreaks.py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0" y="4462272"/>
            <a:ext cx="1005840" cy="34747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4480560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193792"/>
            <a:ext cx="658368" cy="7315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" y="5193792"/>
            <a:ext cx="621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" y="5541264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2669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1A1A"/>
                </a:solidFill>
                <a:latin typeface="Calibri"/>
              </a:rPr>
              <a:t>Add Custom Formatting  (optional)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60527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Only needed for non-standard column widths or merged cells.
File: BA/ExcelSettingsBA.py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0" y="5376672"/>
            <a:ext cx="1005840" cy="34747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0" y="5394960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1  —  Write the Build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What: Reads from ratebook → returns a table (DataFrame).
Where: BA/BARates.py — near other buildXxx() methods.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6035040" cy="425196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682496"/>
            <a:ext cx="5815584" cy="403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@log_exceptions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def buildRule999(self, company):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   # 1. Read raw data from the ratebook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   raw = self.rateTables[company]['AgribusinessFactor_Ext']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   # 2. Convert to a DataFrame (row[0] = headers, row[1:] = data)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   df = pd.DataFrame(raw[1:], index=None, columns=raw[0])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   # 3. Keep only the columns you need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   df = df.filter(items=['Vehicle Type', 'Factor'])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   # 4. Return the finished table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df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572768"/>
            <a:ext cx="5394960" cy="42519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642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@log_exceptions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5681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Always add this decorator — it logs success/failure with the company name automatically.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414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self.rateTables[company]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340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The company's complete rate data after nesting. 'company' is a code like 'NGIC' or 'NACO'.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186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['AgribusinessFactor_Ext']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5112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The exact sheet name from the ratebook. Find this by opening the ratebook Excel file.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9959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raw[0] / raw[1:]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885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raw[0] = header row (column names).  raw[1:] = data rows.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7731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df.filter(items=[...])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0657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Keep only the columns you want. Remove this line to keep all columns.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961888"/>
            <a:ext cx="1165860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98017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The table code ('AgribusinessFactor_Ext') must exactly match a sheet name in the ratebook Excel. Verify by opening the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2  —  Write the _page_rule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What: Creates the Excel tab(s) for the rule.  Where: BA/BARates.py — just ABOVE buildBAPages().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36192"/>
            <a:ext cx="6858000" cy="51206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645920"/>
            <a:ext cx="6638544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def _page_rule_999(self, RatePages):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"""Rule 999: Agribusiness Factor."""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# A: Compare rates — who is identical?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self.compareCompanies('AgribusinessFactor_Ext')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# B: Loop over company groups (1 per unique rate set)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for CompanyTest in self.CompanyListDif: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comp_name = self.extract_company_name(CompanyTest)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self.title_company_name = CompanyTest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if len(self.CompanyListDif) == 1: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    self.title_company_name = ""  # all same, no suffix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ws_name = 'Rule 999 ' + self.title_company_name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# C: Write the Excel worksheet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RatePages.generateWorksheet(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    ws_name,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    'RULE 999. AGRIBUSINESS FACTOR ' + self.title_company_name,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    '999.A. Apply the following factor.',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    self.buildRule999(comp_name),   # ← your build method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    False,   # landscape? True/False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    True,    # show borders? True/False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)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# D: Stamp company names in footer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self.overideFooter(RatePages.getWB()[ws_name], CompanyTest)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# E: Custom formatting (optional)</a:t>
            </a:r>
          </a:p>
          <a:p>
            <a:pPr>
              <a:spcBef>
                <a:spcPts val="0"/>
              </a:spcBef>
            </a:pPr>
            <a:r>
              <a:rPr sz="880">
                <a:solidFill>
                  <a:srgbClr val="1A1A1A"/>
                </a:solidFill>
                <a:latin typeface="Courier New"/>
              </a:rPr>
              <a:t>        # self.formatRule999(RatePages.getWB()[ws_name])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536192"/>
            <a:ext cx="4663440" cy="512064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627632"/>
            <a:ext cx="73152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2944" y="162763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ws_name MUST be unique.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1938528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If two tabs have the same name, Python will crash. The company suffix (title_company_name) handles this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560320"/>
            <a:ext cx="73152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2944" y="256032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generateWorksheet 5th arg: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2944" y="2871216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False = portrait page.  True = landscape.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3493008"/>
            <a:ext cx="73152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2944" y="349300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generateWorksheet 6th arg: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3803904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True = thin borders on all cells.  False = no borders.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4425696"/>
            <a:ext cx="73152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442569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Don't remove overideFooter.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4736592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Without it, the wrong company name appears in the printed footer.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358384"/>
            <a:ext cx="73152" cy="7132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535838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alibri"/>
              </a:rPr>
              <a:t>Format call is optional.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566928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Only add it if you need non-default column widths or merged cells.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3  —  Register the Rule in buildBAPages()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This is a ONE-LINE change. It tells the system to run the rule and determines its position in the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7276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In BA/BARates.py  →  inside buildBAPages():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38528"/>
            <a:ext cx="5394960" cy="16459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2048256"/>
            <a:ext cx="5175504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# Add your line where you want Rule 999 to appear: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self._page_rule_208(RatePages)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self._page_rule_999(RatePages)   # ← ADD THIS LINE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self._page_rule_222_ttt_base_rates(...)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0332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  <a:latin typeface="Calibri"/>
              </a:rPr>
              <a:t>In FA/FARates.py  →  inside buildFAPages():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069080"/>
            <a:ext cx="5394960" cy="14630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4178808"/>
            <a:ext cx="5175504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# Add the exact same line if FA needs this rule: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self._page_rule_208(RatePages)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self._page_rule_999(RatePages)   # ← ADD THIS LINE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self._page_rule_222_ttt_base_rates(...)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572768"/>
            <a:ext cx="5989320" cy="50292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645920"/>
            <a:ext cx="5806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Key things to know: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148840"/>
            <a:ext cx="329184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1671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The ORDER of lines = the ORDER of tabs in the Excel file.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926080"/>
            <a:ext cx="329184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294436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2608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To skip a rule for FA only, just don't add the line to buildFAPages().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703320"/>
            <a:ext cx="329184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7216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0332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To remove a rule completely, comment out the line with  #  — do NOT delete the method.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4480560"/>
            <a:ext cx="329184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44988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8056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Rules 293, 297, and 451 need 'shared' passed: self._page_rule_293(RatePages, shared) — don't change this format.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5257800"/>
            <a:ext cx="329184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527608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57800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Some rules also need 'state_sheet_exceptions' passed — follow the same pattern as neighboring rules.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Step 4  —  Page Breaks  (optional)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Skip this step unless the rule needs: manual page breaks  /  landscape  /  specific print area  /  different margins.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3619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Part A — Write a handler function in BApagebreaks.py: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01952"/>
            <a:ext cx="5394960" cy="292608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2011680"/>
            <a:ext cx="5175504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def _handle_rule_999(ws, dest_filename):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# Option A: fit whole sheet on one page (default)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fit_single_page(ws)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# Option B: landscape orientation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ws.page_setup.orientation = 'landscape'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# Option C: manual break after row 37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disable_fit_to_page(ws)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add_break_after(ws, 37)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# Option D: custom print area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ws.print_area = f'A1:H{ws.max_row}'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# Option E: repeat rows 1-3 as header on each page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ws.print_title_rows = '1:3'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95604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Part B — Register it in SHEET_RULES: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5321808"/>
            <a:ext cx="5394960" cy="123444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5431536"/>
            <a:ext cx="517550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SHEET_RULES = [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...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    ('Rule 999', _handle_rule_999),  # ← add this</a:t>
            </a:r>
          </a:p>
          <a:p>
            <a:pPr>
              <a:spcBef>
                <a:spcPts val="0"/>
              </a:spcBef>
            </a:pPr>
            <a:r>
              <a:rPr sz="950">
                <a:solidFill>
                  <a:srgbClr val="1A1A1A"/>
                </a:solidFill>
                <a:latin typeface="Courier New"/>
              </a:rPr>
              <a:t>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536192"/>
            <a:ext cx="5989320" cy="507492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609344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Helper functions available: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057400"/>
            <a:ext cx="562356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207568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fit_single_page(ws)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42316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Fits the ENTIRE sheet onto one printed page (width AND height).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063240"/>
            <a:ext cx="562356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30815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fit_width_only(ws)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342900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Fits width to 1 page; height grows with content. Good for tall tables.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4069080"/>
            <a:ext cx="562356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40873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disable_fit_to_page(ws)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443484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Turns off automatic fitting. Use when adding manual breaks.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5074920"/>
            <a:ext cx="5623560" cy="32918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4768" y="50932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Courier New"/>
              </a:rPr>
              <a:t>add_break_after(ws, 37)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544068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Inserts a page break after row 37 (replace 37 with your row number).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603504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55A11"/>
                </a:solidFill>
                <a:latin typeface="Calibri"/>
              </a:rPr>
              <a:t>Order in SHEET_RULES matters! More specific prefixes must come BEFORE less specific 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Adding a Rule to Farm Auto (FA)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There are three scenarios. Pick the one that matches your situation.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3657600" cy="38404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910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SCENARIO 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84248"/>
            <a:ext cx="3657600" cy="3794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391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New rule is the same in FA as 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87168"/>
            <a:ext cx="34747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1. Write the _page_rule_999 and buildRule999 in BA/BARates.py (Steps 1-3).
2. In FA/FARates.py, add ONE LINE to buildFAPages():
       self._page_rule_999(RatePages)
That's it. FA inherits the method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815584"/>
            <a:ext cx="3657600" cy="32918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833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Only 1 line change in FA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572768"/>
            <a:ext cx="365760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910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SCENARIO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984248"/>
            <a:ext cx="3657600" cy="3794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391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FA uses different DATA for the same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87168"/>
            <a:ext cx="34747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1. Follow Steps 1-3 in BA as normal.
2. In FA/FARates.py Section A, override the build method:
       def buildRule999(self, company):
           # FA-specific data logic here
3. Add to buildFAPages() as normal.
The _page_rule method is identical — only the data changes.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5815584"/>
            <a:ext cx="365760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5833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Override buildXxx() in FARates.py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572768"/>
            <a:ext cx="365760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5910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SCENARIO 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1984248"/>
            <a:ext cx="3657600" cy="3794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20391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3864"/>
                </a:solidFill>
                <a:latin typeface="Calibri"/>
              </a:rPr>
              <a:t>FA needs an entirely new rule (not in BA)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487168"/>
            <a:ext cx="347472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In FA/FARates.py:
Section A: def buildFARule999(self, company): ...
Section B: def _page_rule_fa_999(self, RatePages): ...
Section C: add  self._page_rule_fa_999(RatePages)  in buildFAPages()
For page breaks: add to FA_SHEET_RULES in FA/FApagebreaks.py.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5815584"/>
            <a:ext cx="365760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583387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Write all 3 sections in FARates.py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How to Remove or Temporarily Skip a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Never delete the method. Just comment out one line in the master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To remove from BA output  (in buildBAPages):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65960"/>
            <a:ext cx="548640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2075688"/>
            <a:ext cx="526694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self._page_rule_208(RatePages)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# self._page_rule_999(RatePages)  ← add # to skip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self._page_rule_222_ttt_base_rates(...)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918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  <a:latin typeface="Calibri"/>
              </a:rPr>
              <a:t>To remove from FA only  (in buildFAPages):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657600"/>
            <a:ext cx="548640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767328"/>
            <a:ext cx="526694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self._page_rule_208(RatePages)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# self._page_rule_999(RatePages)  ← FA skips; BA still runs</a:t>
            </a:r>
          </a:p>
          <a:p>
            <a:pPr>
              <a:spcBef>
                <a:spcPts val="0"/>
              </a:spcBef>
            </a:pPr>
            <a:r>
              <a:rPr sz="1000">
                <a:solidFill>
                  <a:srgbClr val="1A1A1A"/>
                </a:solidFill>
                <a:latin typeface="Courier New"/>
              </a:rPr>
              <a:t>self._page_rule_222_ttt_base_rates(...)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600200"/>
            <a:ext cx="6126480" cy="457200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733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F3864"/>
                </a:solidFill>
                <a:latin typeface="Calibri"/>
              </a:rPr>
              <a:t>Why comment out instead of delete?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94560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•  The method stays in the file — easy to re-enable 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71800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•  If a rule is removed and then needed again, it's one character change (#) to 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749040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•  The code documents that the rule existed and was intentionally disabled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526280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Calibri"/>
              </a:rPr>
              <a:t>•  Deleting code permanently loses the business logic embedded in the 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5486400"/>
            <a:ext cx="585216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5513832"/>
            <a:ext cx="5760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Golden rule:  Add  #  to disable.  Remove  #  to re-enable.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Common Mistakes  —  And How to Avoid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78992"/>
            <a:ext cx="91440" cy="87782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5214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Duplicate worksheet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9616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Problem: Two rules produce a tab with the same ws_name → Python crashes.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078992"/>
            <a:ext cx="73152" cy="87782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17043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5623"/>
                </a:solidFill>
                <a:latin typeface="Calibri"/>
              </a:rPr>
              <a:t>Fix: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170432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Always include  self.title_company_name  in ws_name so each company group gets a unique name.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29968"/>
            <a:ext cx="91440" cy="87782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Wrong table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50592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Problem: compareCompanies('MyTable_Ext') fails with KeyError if the sheet name is wrong.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029968"/>
            <a:ext cx="73152" cy="87782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212140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5623"/>
                </a:solidFill>
                <a:latin typeface="Calibri"/>
              </a:rPr>
              <a:t>Fix: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21408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Open the ratebook Excel file and copy the exact sheet name — including the _Ext suffix.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80944"/>
            <a:ext cx="91440" cy="87782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5409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Added to BA but forgot 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0156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Problem: The rule appears in BA output but is missing from the FA output.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980944"/>
            <a:ext cx="73152" cy="87782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307238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5623"/>
                </a:solidFill>
                <a:latin typeface="Calibri"/>
              </a:rPr>
              <a:t>Fix: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072384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After adding to buildBAPages(), also add to buildFAPages() in FA/FARates.py.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31920"/>
            <a:ext cx="91440" cy="87782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0507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Rules 293 / 297 / 451 missing 'shared'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52544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Problem: These rules pass data to each other through a shared dictionary.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931920"/>
            <a:ext cx="73152" cy="87782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402336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5623"/>
                </a:solidFill>
                <a:latin typeface="Calibri"/>
              </a:rPr>
              <a:t>Fix: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023360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Always call them as: self._page_rule_293(RatePages, shared) — never remove the 'shared' argument.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882896"/>
            <a:ext cx="91440" cy="87782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95604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Page break prefix order wrong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Problem: Wrong handler fires — e.g., 'Rule 239' handler fires on 'Rule 239 C' tabs.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4882896"/>
            <a:ext cx="73152" cy="87782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497433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5623"/>
                </a:solidFill>
                <a:latin typeface="Calibri"/>
              </a:rPr>
              <a:t>Fix: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974336"/>
            <a:ext cx="5577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Put more specific prefixes BEFORE less specific ones in SHEET_RULES.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Final Checklist  —  Before You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789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Calibri"/>
              </a:rPr>
              <a:t>Go through this before generating the output. Every item must be ticked.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356616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9105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93392"/>
            <a:ext cx="3566160" cy="6583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0299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3864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66544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buildRule999() written in BA/BARates.py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798064"/>
            <a:ext cx="3566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28346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3864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71216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buildRule999() has the @log_exceptions decorator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02736"/>
            <a:ext cx="3566160" cy="6583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363931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F3864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675888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Table code verified against actual ratebook sheet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572768"/>
            <a:ext cx="3566160" cy="3291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59105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RULE METHOD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993392"/>
            <a:ext cx="3566160" cy="6583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7952" y="20299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5B6"/>
                </a:solidFill>
                <a:latin typeface="Calibri"/>
              </a:rP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066544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_page_rule_999() written in BA/BARates.py (just above buildBAPages)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2798064"/>
            <a:ext cx="3566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7952" y="28346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5B6"/>
                </a:solidFill>
                <a:latin typeface="Calibri"/>
              </a:rP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2871216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compareCompanies() uses the correct table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602736"/>
            <a:ext cx="3566160" cy="6583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87952" y="363931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5B6"/>
                </a:solidFill>
                <a:latin typeface="Calibri"/>
              </a:rPr>
              <a:t>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675888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generateWorksheet() called with unique ws_name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407408"/>
            <a:ext cx="3566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444398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75B6"/>
                </a:solidFill>
                <a:latin typeface="Calibri"/>
              </a:rP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4480560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overideFooter() called after generateWorksheet()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1572768"/>
            <a:ext cx="3566160" cy="329184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19" y="159105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REGISTRATION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1993392"/>
            <a:ext cx="3566160" cy="6583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28431" y="20299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75623"/>
                </a:solidFill>
                <a:latin typeface="Calibri"/>
              </a:rPr>
              <a:t>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7" y="2066544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self._page_rule_999(RatePages) added in buildBAPages()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2798064"/>
            <a:ext cx="3566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8431" y="28346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75623"/>
                </a:solidFill>
                <a:latin typeface="Calibri"/>
              </a:rP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7" y="2871216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Same line added in buildFAPages() if FA needs this rule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3602736"/>
            <a:ext cx="3566160" cy="6583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28431" y="363931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75623"/>
                </a:solidFill>
                <a:latin typeface="Calibri"/>
              </a:rPr>
              <a:t>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7" y="3675888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Page break handler added to SHEET_RULES (if needed)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4407408"/>
            <a:ext cx="35661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28431" y="444398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75623"/>
                </a:solidFill>
                <a:latin typeface="Calibri"/>
              </a:rP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7" y="4480560"/>
            <a:ext cx="2971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No other tab in the file has the same ws_name prefix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